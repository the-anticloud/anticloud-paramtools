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2026-10-02T09:25:53.384116Z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7de127ff4df195bf80c36ed068b5ccf19946204682f0a057d214c8181cbf740e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2026-10-02T09:25:53.384116Z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