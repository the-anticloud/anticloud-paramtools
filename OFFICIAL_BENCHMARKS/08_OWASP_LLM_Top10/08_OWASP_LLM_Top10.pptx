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2026-10-02T09:25:50.918320Z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7e7bc2d5c1e66a720c44474abdca0e9fb45d47f4e46bdf6764476a152f2ee23e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2026-10-02T09:25:50.918320Z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